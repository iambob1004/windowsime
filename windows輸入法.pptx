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2" r:id="rId6"/>
    <p:sldId id="265" r:id="rId7"/>
    <p:sldId id="266" r:id="rId8"/>
    <p:sldId id="264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4727FE-DB86-A00F-DE82-E915BDE84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A794BDA-B005-0935-E055-B8D9E0F86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65A8F1-FAB3-B95F-3482-2F25A4F57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E16E4-0B9A-4D26-96D5-6826E3298DE2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F42FB8-854E-7E68-88F9-FE3F3DF0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5483E9-8C00-89EA-08E4-46A1167B7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4BF3-1C8C-4AD4-BC0D-DADEA033DC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55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0DD5B0-A759-EBDB-5E92-16A79A9CB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CFEF62-EAF5-9822-2D2D-EDE9CF21A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9B6888A-FEC8-7A97-1431-46B36F554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E16E4-0B9A-4D26-96D5-6826E3298DE2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3C0EF6-A1B6-D84A-0EB6-DFBF52464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F5CFD0-0EAF-AFFE-B03D-956830DEA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4BF3-1C8C-4AD4-BC0D-DADEA033DC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5132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DA982A-F5AD-83FB-B617-DD368B260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44BAEE-7541-76B4-3FB6-CE700DDC0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13D614-579D-734E-3835-B526E6572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E16E4-0B9A-4D26-96D5-6826E3298DE2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181A00-6A9E-458E-697D-E7799803E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0E9875-3305-8009-C278-A11A5CDC9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4BF3-1C8C-4AD4-BC0D-DADEA033DC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9186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005BDF-C112-91BF-E24A-2C1DAB28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EB0FD2-E5B7-E1F1-D85D-EB1C7E7D3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ADF7D48-2A7B-340C-5502-1BC679F55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1F4EBD2-7406-A637-939E-09BD1EAD2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E16E4-0B9A-4D26-96D5-6826E3298DE2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1FAC8A0-BFFC-9994-9F35-AF863B8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FA2DDFC-3ADF-512F-EAAD-ADAC10CCB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4BF3-1C8C-4AD4-BC0D-DADEA033DC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4126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30B69-B358-4913-9F45-5070A0EAD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5CC87E-CE6A-C854-0BD8-37219626F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19B4834-9A67-6972-9D35-8FF4608D5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CBB2240-873A-413F-6B93-B57E56A52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F36FD10-2A2F-ACEA-E11B-617D58E097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E0AAF8C-3667-EC75-1698-5A66A5BA4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E16E4-0B9A-4D26-96D5-6826E3298DE2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5FF85A6-E698-DEDC-985C-9F2A07E00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678B41D-EADD-3AF3-22CB-017EED8C8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4BF3-1C8C-4AD4-BC0D-DADEA033DC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165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8BFC6D-3371-A53B-8BFB-EBEECFC2B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3719409-8CAE-3B1E-7E80-2BD769ED4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E16E4-0B9A-4D26-96D5-6826E3298DE2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E93BE52-2266-F286-ED41-B398D1DC7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1783907-E2BD-65DF-04EF-F52598590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4BF3-1C8C-4AD4-BC0D-DADEA033DC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142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DC6437F-322E-4AC5-E4A9-C6DC6CB75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E16E4-0B9A-4D26-96D5-6826E3298DE2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58A76DA-FD13-6F7B-4DA7-92119A0D7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DBECBD-30CD-5F2A-ED8F-6641FF73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4BF3-1C8C-4AD4-BC0D-DADEA033DC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0587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EC73CA-794B-846A-161E-E39A38617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AF558F-C732-1BCA-75FC-28C90792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7A84698-B10C-8E8E-1BC7-5A029BFC7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F5EB3FE-97E3-8AD0-830D-3C87EF3CD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E16E4-0B9A-4D26-96D5-6826E3298DE2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C76698-13C3-2375-746D-C4CA4BB0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A791078-F8C7-6B21-97CA-D87AED2E7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4BF3-1C8C-4AD4-BC0D-DADEA033DC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9991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288EF9-9758-97BC-EE99-228801A2B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743A471-105E-0AAF-20DA-35A367D38B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6AAA1A2-B97E-E9C3-B1C4-F3AAE6B8E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8C2B51E-0E54-176B-864F-17FD7BBF5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E16E4-0B9A-4D26-96D5-6826E3298DE2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AC970C3-192D-2683-2347-55F8BE614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681E486-5CB1-FCCE-FDFC-4DA9A852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4BF3-1C8C-4AD4-BC0D-DADEA033DC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4592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771235-855E-8152-94B5-80388C93E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C30DEFE-82A0-8CD5-41F1-3D8B56668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32C3F4-47B5-C016-18E2-6C9C8AD2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E16E4-0B9A-4D26-96D5-6826E3298DE2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64E8F7-8247-3F2E-ED3A-B9129A4EB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429287-74BC-0324-9971-2DA0AA775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4BF3-1C8C-4AD4-BC0D-DADEA033DC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7128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D635CB4-C4AC-5670-878F-4478D10321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9389A96-8B9B-040A-67C3-855B9DF8D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63B95A-09F4-19BD-B046-BCBDD4DE5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E16E4-0B9A-4D26-96D5-6826E3298DE2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014139-55CC-5D1C-E7A1-E8FE95A6F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86DFB1-D0AC-FDE7-FB14-5CF9BA3D5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34BF3-1C8C-4AD4-BC0D-DADEA033DC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8576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1AB074F-3ED2-4074-DF25-B18153B57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6C40880-77C9-C884-D808-BA00740E8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648BFD-E8BE-8C0D-B737-FB5F99E599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E16E4-0B9A-4D26-96D5-6826E3298DE2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BA46BF-504C-6D40-EC20-D691936C8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B6BFB9-452A-4A39-7402-62960B1DC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434BF3-1C8C-4AD4-BC0D-DADEA033DC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8867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1072005/Project_IM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Windows-classic-samples/tree/main/Samples/IME" TargetMode="External"/><Relationship Id="rId2" Type="http://schemas.openxmlformats.org/officeDocument/2006/relationships/hyperlink" Target="https://yangyuan.github.io/post/2015-01-08-zh-meow-im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C8C794-EDEF-3F9C-3D76-2132D49BEC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Windows</a:t>
            </a:r>
            <a:r>
              <a:rPr lang="zh-TW" altLang="en-US" dirty="0"/>
              <a:t>輸入法</a:t>
            </a:r>
          </a:p>
        </p:txBody>
      </p:sp>
    </p:spTree>
    <p:extLst>
      <p:ext uri="{BB962C8B-B14F-4D97-AF65-F5344CB8AC3E}">
        <p14:creationId xmlns:p14="http://schemas.microsoft.com/office/powerpoint/2010/main" val="571355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8439BB-623E-AD57-88E0-A23102B61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下載專案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A710D6-C583-50F1-237E-2FE52C6C9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177" y="156436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hlinkClick r:id="rId2"/>
              </a:rPr>
              <a:t>https://github.com/1072005/Project_IME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83F5258-26AA-6D87-9D3E-D8D5CB206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177" y="2120823"/>
            <a:ext cx="8007220" cy="405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855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1D080-CBF2-2A33-C210-09595AD57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3A0984-E75C-100A-0F3C-817E0AFCD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建置專案</a:t>
            </a:r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790B54B4-DEC1-D9D3-E4A5-A5D9546D77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4293" y="1690688"/>
            <a:ext cx="2491667" cy="4351338"/>
          </a:xfrm>
        </p:spPr>
      </p:pic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C51A103C-6E00-0DA3-1652-27DA9A5E44FB}"/>
              </a:ext>
            </a:extLst>
          </p:cNvPr>
          <p:cNvSpPr txBox="1">
            <a:spLocks/>
          </p:cNvSpPr>
          <p:nvPr/>
        </p:nvSpPr>
        <p:spPr>
          <a:xfrm>
            <a:off x="922177" y="156436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方案總管對此專案點擊建置方案</a:t>
            </a:r>
            <a:endParaRPr lang="en-US" altLang="zh-TW" dirty="0"/>
          </a:p>
          <a:p>
            <a:pPr marL="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67741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5D92A2-2342-914F-2B99-485E70BF9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建置專案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BCE97089-848C-D8FD-9F7D-85A87820A600}"/>
              </a:ext>
            </a:extLst>
          </p:cNvPr>
          <p:cNvSpPr txBox="1">
            <a:spLocks/>
          </p:cNvSpPr>
          <p:nvPr/>
        </p:nvSpPr>
        <p:spPr>
          <a:xfrm>
            <a:off x="922177" y="156436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dirty="0"/>
              <a:t>到此專案資料夾中路徑</a:t>
            </a:r>
            <a:r>
              <a:rPr lang="en-US" altLang="zh-TW" dirty="0"/>
              <a:t>:X64/Release/SampleIME.dll</a:t>
            </a:r>
          </a:p>
          <a:p>
            <a:pPr marL="0" indent="0">
              <a:buNone/>
            </a:pPr>
            <a:r>
              <a:rPr lang="zh-TW" altLang="en-US" dirty="0"/>
              <a:t>此為建置出來的</a:t>
            </a:r>
            <a:r>
              <a:rPr lang="en-US" altLang="zh-TW" dirty="0" err="1"/>
              <a:t>dll</a:t>
            </a:r>
            <a:r>
              <a:rPr lang="zh-TW" altLang="en-US" dirty="0"/>
              <a:t>檔案，可以建置出當前</a:t>
            </a:r>
            <a:r>
              <a:rPr lang="en-US" altLang="zh-TW" dirty="0"/>
              <a:t>42</a:t>
            </a:r>
            <a:r>
              <a:rPr lang="zh-TW" altLang="en-US" dirty="0"/>
              <a:t>族中程式碼指定的其中一族，通常為</a:t>
            </a:r>
            <a:r>
              <a:rPr lang="en-US" altLang="zh-TW" dirty="0"/>
              <a:t>debug</a:t>
            </a:r>
            <a:r>
              <a:rPr lang="zh-TW" altLang="en-US" dirty="0"/>
              <a:t>時才會用到</a:t>
            </a:r>
            <a:endParaRPr lang="en-US" altLang="zh-TW" dirty="0"/>
          </a:p>
          <a:p>
            <a:pPr marL="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0922097E-DB62-4B6A-30AF-2C0CD965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7" y="2990009"/>
            <a:ext cx="6870068" cy="116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140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DA3AC-5E2A-F5B9-1614-79C84D90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FDA1B8-9C6E-D057-33CF-DD1081BD6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建置專案</a:t>
            </a:r>
            <a:r>
              <a:rPr lang="en-US" altLang="zh-TW" dirty="0"/>
              <a:t>(</a:t>
            </a:r>
            <a:r>
              <a:rPr lang="zh-TW" altLang="en-US" dirty="0"/>
              <a:t>特定一族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0B61DD9C-80B8-15A4-7DCE-4CE2BB3B02F6}"/>
              </a:ext>
            </a:extLst>
          </p:cNvPr>
          <p:cNvSpPr txBox="1">
            <a:spLocks/>
          </p:cNvSpPr>
          <p:nvPr/>
        </p:nvSpPr>
        <p:spPr>
          <a:xfrm>
            <a:off x="922177" y="156436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dirty="0"/>
              <a:t>建置其中一族</a:t>
            </a:r>
            <a:r>
              <a:rPr lang="en-US" altLang="zh-TW" dirty="0" err="1"/>
              <a:t>dll</a:t>
            </a:r>
            <a:r>
              <a:rPr lang="zh-TW" altLang="en-US" dirty="0"/>
              <a:t>檔案需要修改以下</a:t>
            </a:r>
            <a:r>
              <a:rPr lang="en-US" altLang="zh-TW" dirty="0" err="1"/>
              <a:t>cpp</a:t>
            </a:r>
            <a:r>
              <a:rPr lang="zh-TW" altLang="en-US" dirty="0"/>
              <a:t>檔案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ActiveLanguageProfileNotifySink.cpp</a:t>
            </a:r>
          </a:p>
          <a:p>
            <a:pPr marL="0" indent="0">
              <a:buNone/>
            </a:pPr>
            <a:r>
              <a:rPr lang="en-US" altLang="zh-TW" dirty="0"/>
              <a:t>CompositionProcessorEngine.cpp</a:t>
            </a:r>
          </a:p>
          <a:p>
            <a:pPr marL="0" indent="0">
              <a:buNone/>
            </a:pPr>
            <a:r>
              <a:rPr lang="en-US" altLang="zh-TW" dirty="0"/>
              <a:t>Globals.cpp (</a:t>
            </a:r>
            <a:r>
              <a:rPr lang="zh-TW" altLang="en-US" dirty="0"/>
              <a:t>還須改</a:t>
            </a:r>
            <a:r>
              <a:rPr lang="en-US" altLang="zh-TW" dirty="0"/>
              <a:t>CLSID)</a:t>
            </a:r>
          </a:p>
          <a:p>
            <a:pPr marL="0" indent="0">
              <a:buNone/>
            </a:pPr>
            <a:r>
              <a:rPr lang="en-US" altLang="zh-TW" dirty="0"/>
              <a:t>Register.cpp</a:t>
            </a:r>
          </a:p>
          <a:p>
            <a:pPr marL="0" indent="0">
              <a:buNone/>
            </a:pPr>
            <a:br>
              <a:rPr lang="en-US" altLang="zh-TW" dirty="0"/>
            </a:b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E440CB1-8CCB-4FEF-B75C-B0F3F6A15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11" y="6254717"/>
            <a:ext cx="4953691" cy="47631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BDA570B-57B4-2D14-3DC6-99ED9709C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954" y="3491754"/>
            <a:ext cx="6201640" cy="334374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C7C5CFB-A779-D884-D3D6-04CA4C2EB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05" y="4236505"/>
            <a:ext cx="6068272" cy="195289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41D3E39-44FA-21CF-845A-C108F52617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6335" y="2413614"/>
            <a:ext cx="5134692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332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CEBCDB-57B1-7D96-9A27-FE56140F2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測試方式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7CD480-A4F9-7E6D-D342-AD764405C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使用系統管理員開啟</a:t>
            </a:r>
            <a:r>
              <a:rPr lang="en-US" altLang="zh-TW" dirty="0" err="1"/>
              <a:t>cmd</a:t>
            </a:r>
            <a:r>
              <a:rPr lang="zh-TW" altLang="en-US" dirty="0"/>
              <a:t>註冊</a:t>
            </a:r>
            <a:r>
              <a:rPr lang="en-US" altLang="zh-TW" dirty="0" err="1"/>
              <a:t>dll</a:t>
            </a:r>
            <a:r>
              <a:rPr lang="zh-TW" altLang="en-US" dirty="0"/>
              <a:t>檔案</a:t>
            </a:r>
            <a:r>
              <a:rPr lang="en-US" altLang="zh-TW" dirty="0"/>
              <a:t>(</a:t>
            </a:r>
            <a:r>
              <a:rPr lang="zh-TW" altLang="en-US" dirty="0"/>
              <a:t>需要到</a:t>
            </a:r>
            <a:r>
              <a:rPr lang="en-US" altLang="zh-TW" dirty="0" err="1"/>
              <a:t>dll</a:t>
            </a:r>
            <a:r>
              <a:rPr lang="zh-TW" altLang="en-US" dirty="0"/>
              <a:t>的檔案路徑下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使用</a:t>
            </a:r>
            <a:r>
              <a:rPr lang="en-US" altLang="zh-TW" dirty="0"/>
              <a:t>Regsvr32 xxx.dll</a:t>
            </a:r>
            <a:r>
              <a:rPr lang="zh-TW" altLang="en-US" dirty="0"/>
              <a:t>註冊 </a:t>
            </a:r>
            <a:endParaRPr lang="en-US" altLang="zh-TW" dirty="0"/>
          </a:p>
          <a:p>
            <a:r>
              <a:rPr lang="zh-TW" altLang="en-US" dirty="0"/>
              <a:t>解除註冊使用</a:t>
            </a:r>
            <a:r>
              <a:rPr lang="en-US" altLang="zh-TW" dirty="0"/>
              <a:t>Regsvr32</a:t>
            </a:r>
            <a:r>
              <a:rPr lang="zh-TW" altLang="en-US" dirty="0"/>
              <a:t> </a:t>
            </a:r>
            <a:r>
              <a:rPr lang="en-US" altLang="zh-TW" dirty="0"/>
              <a:t>–u xxx.dll</a:t>
            </a:r>
          </a:p>
          <a:p>
            <a:r>
              <a:rPr lang="zh-TW" altLang="en-US" dirty="0"/>
              <a:t>到語言喜好設定中新增英語語系</a:t>
            </a:r>
            <a:r>
              <a:rPr lang="en-US" altLang="zh-TW" dirty="0"/>
              <a:t>-&gt;</a:t>
            </a:r>
            <a:r>
              <a:rPr lang="zh-TW" altLang="en-US" dirty="0"/>
              <a:t>新增鍵盤</a:t>
            </a:r>
            <a:endParaRPr lang="en-US" altLang="zh-TW" dirty="0"/>
          </a:p>
          <a:p>
            <a:r>
              <a:rPr lang="zh-TW" altLang="en-US" dirty="0"/>
              <a:t>需把此</a:t>
            </a:r>
            <a:r>
              <a:rPr lang="en-US" altLang="zh-TW" dirty="0" err="1"/>
              <a:t>dll</a:t>
            </a:r>
            <a:r>
              <a:rPr lang="zh-TW" altLang="en-US" dirty="0"/>
              <a:t>的</a:t>
            </a:r>
            <a:r>
              <a:rPr lang="en-US" altLang="zh-TW" dirty="0"/>
              <a:t>txt</a:t>
            </a:r>
            <a:r>
              <a:rPr lang="zh-TW" altLang="en-US" dirty="0"/>
              <a:t>檔案和</a:t>
            </a:r>
            <a:r>
              <a:rPr lang="en-US" altLang="zh-TW" dirty="0"/>
              <a:t>Normal.txt</a:t>
            </a:r>
            <a:r>
              <a:rPr lang="zh-TW" altLang="en-US" dirty="0"/>
              <a:t>拉到跟</a:t>
            </a:r>
            <a:r>
              <a:rPr lang="en-US" altLang="zh-TW" dirty="0" err="1"/>
              <a:t>dll</a:t>
            </a:r>
            <a:r>
              <a:rPr lang="zh-TW" altLang="en-US" dirty="0"/>
              <a:t>同一個資料夾中才會出現候選字</a:t>
            </a:r>
            <a:r>
              <a:rPr lang="en-US" altLang="zh-TW" dirty="0"/>
              <a:t>(Normal.txt</a:t>
            </a:r>
            <a:r>
              <a:rPr lang="zh-TW" altLang="en-US" dirty="0"/>
              <a:t>是關閉候選字時仍然需要出現特殊字在候選，因此有這個</a:t>
            </a:r>
            <a:r>
              <a:rPr lang="en-US" altLang="zh-TW" dirty="0"/>
              <a:t>txt</a:t>
            </a:r>
            <a:r>
              <a:rPr lang="zh-TW" altLang="en-US" dirty="0"/>
              <a:t>檔案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6445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70E98-216E-B0BC-4E40-D7235C181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0E9778-FC83-0C44-BDEB-8200DBA0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測試方式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3AE695-61B6-C7A7-17CB-91BF03031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使用</a:t>
            </a:r>
            <a:r>
              <a:rPr lang="en-US" altLang="zh-TW" dirty="0"/>
              <a:t>log</a:t>
            </a:r>
            <a:r>
              <a:rPr lang="zh-TW" altLang="en-US" dirty="0"/>
              <a:t>檔案方式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2000" dirty="0" err="1"/>
              <a:t>CLog</a:t>
            </a:r>
            <a:r>
              <a:rPr lang="en-US" altLang="zh-TW" sz="2000" dirty="0"/>
              <a:t>&lt;WCHAR&gt; </a:t>
            </a:r>
            <a:r>
              <a:rPr lang="en-US" altLang="zh-TW" sz="2000" dirty="0" err="1"/>
              <a:t>UINTLogger</a:t>
            </a:r>
            <a:r>
              <a:rPr lang="en-US" altLang="zh-TW" sz="2000" dirty="0"/>
              <a:t>;</a:t>
            </a:r>
          </a:p>
          <a:p>
            <a:pPr marL="0" indent="0">
              <a:buNone/>
            </a:pPr>
            <a:r>
              <a:rPr lang="en-US" altLang="zh-TW" sz="2000" dirty="0" err="1"/>
              <a:t>UINTLogger.TestLog</a:t>
            </a:r>
            <a:r>
              <a:rPr lang="en-US" altLang="zh-TW" sz="2000" dirty="0"/>
              <a:t>(“</a:t>
            </a:r>
            <a:r>
              <a:rPr lang="en-US" altLang="zh-TW" sz="2000" dirty="0" err="1"/>
              <a:t>pKeyState</a:t>
            </a:r>
            <a:r>
              <a:rPr lang="en-US" altLang="zh-TW" sz="2000" dirty="0"/>
              <a:t>-&gt;Category”, </a:t>
            </a:r>
            <a:r>
              <a:rPr lang="zh-TW" altLang="en-US" sz="2000" dirty="0"/>
              <a:t>要</a:t>
            </a:r>
            <a:r>
              <a:rPr lang="en-US" altLang="zh-TW" sz="2000" dirty="0"/>
              <a:t>show</a:t>
            </a:r>
            <a:r>
              <a:rPr lang="zh-TW" altLang="en-US" sz="2000" dirty="0"/>
              <a:t>的變數</a:t>
            </a:r>
            <a:r>
              <a:rPr lang="en-US" altLang="zh-TW" sz="2000" dirty="0"/>
              <a:t>);</a:t>
            </a:r>
          </a:p>
          <a:p>
            <a:pPr marL="0" indent="0">
              <a:buNone/>
            </a:pPr>
            <a:r>
              <a:rPr lang="en-US" altLang="zh-TW" dirty="0"/>
              <a:t>Log</a:t>
            </a:r>
            <a:r>
              <a:rPr lang="zh-TW" altLang="en-US" dirty="0"/>
              <a:t>檔案位置要自己設置要出現的位置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err="1"/>
              <a:t>LOG.h</a:t>
            </a:r>
            <a:r>
              <a:rPr lang="zh-TW" altLang="en-US" dirty="0"/>
              <a:t>中可以設置</a:t>
            </a:r>
            <a:r>
              <a:rPr lang="en-US" altLang="zh-TW" dirty="0"/>
              <a:t>log</a:t>
            </a:r>
            <a:r>
              <a:rPr lang="zh-TW" altLang="en-US" dirty="0"/>
              <a:t>檔案路徑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1E2A2F8-92FE-4F74-2D0F-F52085B66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64" y="4915457"/>
            <a:ext cx="6897063" cy="163852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998324E-36AB-BA81-09A6-3E57C436A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623" y="3568959"/>
            <a:ext cx="5925377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46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D855F-684D-DA66-B2C9-1BC4288F2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41CC4A-ACF3-2291-2ADA-590D13648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建置專案</a:t>
            </a:r>
            <a:r>
              <a:rPr lang="en-US" altLang="zh-TW" dirty="0"/>
              <a:t>(</a:t>
            </a:r>
            <a:r>
              <a:rPr lang="zh-TW" altLang="en-US" dirty="0"/>
              <a:t>一次建立</a:t>
            </a:r>
            <a:r>
              <a:rPr lang="en-US" altLang="zh-TW" dirty="0"/>
              <a:t>42</a:t>
            </a:r>
            <a:r>
              <a:rPr lang="zh-TW" altLang="en-US" dirty="0"/>
              <a:t>族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C5DCCAF5-DC77-3F63-84A9-9808D0BC0D2D}"/>
              </a:ext>
            </a:extLst>
          </p:cNvPr>
          <p:cNvSpPr txBox="1">
            <a:spLocks/>
          </p:cNvSpPr>
          <p:nvPr/>
        </p:nvSpPr>
        <p:spPr>
          <a:xfrm>
            <a:off x="922177" y="1564368"/>
            <a:ext cx="108257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dirty="0"/>
              <a:t>此專案有一個</a:t>
            </a:r>
            <a:r>
              <a:rPr lang="en-US" altLang="zh-TW" dirty="0"/>
              <a:t>python</a:t>
            </a:r>
            <a:r>
              <a:rPr lang="zh-TW" altLang="en-US" dirty="0"/>
              <a:t>檔案</a:t>
            </a:r>
            <a:r>
              <a:rPr lang="en-US" altLang="zh-TW" dirty="0"/>
              <a:t>Build.py</a:t>
            </a:r>
          </a:p>
          <a:p>
            <a:pPr marL="0" indent="0">
              <a:buNone/>
            </a:pPr>
            <a:r>
              <a:rPr lang="zh-TW" altLang="en-US" dirty="0"/>
              <a:t>可以在</a:t>
            </a:r>
            <a:r>
              <a:rPr lang="en-US" altLang="zh-TW" dirty="0"/>
              <a:t>visual studio</a:t>
            </a:r>
            <a:r>
              <a:rPr lang="zh-TW" altLang="en-US" dirty="0"/>
              <a:t>直接安裝</a:t>
            </a:r>
            <a:r>
              <a:rPr lang="en-US" altLang="zh-TW" dirty="0"/>
              <a:t>python</a:t>
            </a:r>
            <a:r>
              <a:rPr lang="zh-TW" altLang="en-US" dirty="0"/>
              <a:t>就可以直接執行建置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python</a:t>
            </a:r>
            <a:r>
              <a:rPr lang="zh-TW" altLang="en-US" dirty="0"/>
              <a:t>檔案需要修改將</a:t>
            </a:r>
            <a:r>
              <a:rPr lang="en-US" altLang="zh-TW" dirty="0" err="1"/>
              <a:t>msbuild_path</a:t>
            </a:r>
            <a:r>
              <a:rPr lang="zh-TW" altLang="en-US" dirty="0"/>
              <a:t>改成自己</a:t>
            </a:r>
            <a:r>
              <a:rPr lang="en-US" altLang="zh-TW" dirty="0"/>
              <a:t>visual studio</a:t>
            </a:r>
            <a:r>
              <a:rPr lang="zh-TW" altLang="en-US" dirty="0"/>
              <a:t>檔案</a:t>
            </a:r>
            <a:r>
              <a:rPr lang="en-US" altLang="zh-TW" dirty="0"/>
              <a:t>.exe</a:t>
            </a:r>
          </a:p>
          <a:p>
            <a:pPr marL="0" indent="0">
              <a:buNone/>
            </a:pPr>
            <a:r>
              <a:rPr lang="en-US" altLang="zh-TW" dirty="0" err="1"/>
              <a:t>solotion_path</a:t>
            </a:r>
            <a:r>
              <a:rPr lang="zh-TW" altLang="en-US" dirty="0"/>
              <a:t>則要改成本專案</a:t>
            </a:r>
            <a:r>
              <a:rPr lang="en-US" altLang="zh-TW" dirty="0"/>
              <a:t>.</a:t>
            </a:r>
            <a:r>
              <a:rPr lang="en-US" altLang="zh-TW" dirty="0" err="1"/>
              <a:t>sln</a:t>
            </a:r>
            <a:r>
              <a:rPr lang="zh-TW" altLang="en-US" dirty="0"/>
              <a:t>路徑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EBEEE03-9B80-D331-20D9-A19B45EC7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77" y="3599995"/>
            <a:ext cx="5820587" cy="208626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7AF100C-3F75-E206-45C0-A9C814CEC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177" y="5686261"/>
            <a:ext cx="10717121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092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8D021-2FCE-F0E7-CFAA-E47E57D5D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10404D-5211-F5CA-BE39-B79A305F4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建置專案</a:t>
            </a:r>
            <a:r>
              <a:rPr lang="en-US" altLang="zh-TW" dirty="0"/>
              <a:t>(</a:t>
            </a:r>
            <a:r>
              <a:rPr lang="zh-TW" altLang="en-US" dirty="0"/>
              <a:t>一次建立</a:t>
            </a:r>
            <a:r>
              <a:rPr lang="en-US" altLang="zh-TW" dirty="0"/>
              <a:t>42</a:t>
            </a:r>
            <a:r>
              <a:rPr lang="zh-TW" altLang="en-US" dirty="0"/>
              <a:t>族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9BD1333-619F-081F-A987-2A458D36FC26}"/>
              </a:ext>
            </a:extLst>
          </p:cNvPr>
          <p:cNvSpPr txBox="1">
            <a:spLocks/>
          </p:cNvSpPr>
          <p:nvPr/>
        </p:nvSpPr>
        <p:spPr>
          <a:xfrm>
            <a:off x="922177" y="1564368"/>
            <a:ext cx="108257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/>
              <a:t>Visual studio </a:t>
            </a:r>
            <a:r>
              <a:rPr lang="zh-TW" altLang="en-US" dirty="0"/>
              <a:t>下載插件</a:t>
            </a:r>
            <a:r>
              <a:rPr lang="en-US" altLang="zh-TW" dirty="0"/>
              <a:t>visual studio installer</a:t>
            </a:r>
          </a:p>
          <a:p>
            <a:pPr marL="0" indent="0">
              <a:buNone/>
            </a:pPr>
            <a:r>
              <a:rPr lang="zh-TW" altLang="en-US" dirty="0"/>
              <a:t>建立新專案</a:t>
            </a:r>
            <a:r>
              <a:rPr lang="en-US" altLang="zh-TW" dirty="0"/>
              <a:t>-&gt;setup Project</a:t>
            </a: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6AA3990-B96B-EEB6-A3D6-2688A1ADB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77" y="2965062"/>
            <a:ext cx="8068801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050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8567-A6DF-54E6-EDA0-07EAD9C7A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3DADD2-FA8F-D23E-D14F-C9E7D9C9C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建置專案</a:t>
            </a:r>
            <a:r>
              <a:rPr lang="en-US" altLang="zh-TW" dirty="0"/>
              <a:t>(</a:t>
            </a:r>
            <a:r>
              <a:rPr lang="zh-TW" altLang="en-US" dirty="0"/>
              <a:t>一次建立</a:t>
            </a:r>
            <a:r>
              <a:rPr lang="en-US" altLang="zh-TW" dirty="0"/>
              <a:t>42</a:t>
            </a:r>
            <a:r>
              <a:rPr lang="zh-TW" altLang="en-US" dirty="0"/>
              <a:t>族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C16A0779-5D43-27DB-8C18-7ECEB35F7ECE}"/>
              </a:ext>
            </a:extLst>
          </p:cNvPr>
          <p:cNvSpPr txBox="1">
            <a:spLocks/>
          </p:cNvSpPr>
          <p:nvPr/>
        </p:nvSpPr>
        <p:spPr>
          <a:xfrm>
            <a:off x="922177" y="1564368"/>
            <a:ext cx="108257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dirty="0"/>
              <a:t>將建置好的</a:t>
            </a:r>
            <a:r>
              <a:rPr lang="en-US" altLang="zh-TW" dirty="0" err="1"/>
              <a:t>dll</a:t>
            </a:r>
            <a:r>
              <a:rPr lang="zh-TW" altLang="en-US" dirty="0"/>
              <a:t>檔案和候選字資料庫的</a:t>
            </a:r>
            <a:r>
              <a:rPr lang="en-US" altLang="zh-TW" dirty="0"/>
              <a:t>txt</a:t>
            </a:r>
            <a:r>
              <a:rPr lang="zh-TW" altLang="en-US" dirty="0"/>
              <a:t>放進</a:t>
            </a:r>
            <a:r>
              <a:rPr lang="en-US" altLang="zh-TW" dirty="0"/>
              <a:t>application folder</a:t>
            </a:r>
            <a:r>
              <a:rPr lang="zh-TW" altLang="en-US" dirty="0"/>
              <a:t>中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err="1"/>
              <a:t>dll</a:t>
            </a:r>
            <a:r>
              <a:rPr lang="zh-TW" altLang="en-US" dirty="0"/>
              <a:t>檔案屬性中要調成</a:t>
            </a:r>
            <a:r>
              <a:rPr lang="en-US" altLang="zh-TW" dirty="0" err="1"/>
              <a:t>vsdrfCOMSelfReg</a:t>
            </a:r>
            <a:r>
              <a:rPr lang="zh-TW" altLang="en-US" dirty="0"/>
              <a:t>才能夠在安裝時進行</a:t>
            </a:r>
            <a:r>
              <a:rPr lang="en-US" altLang="zh-TW" dirty="0" err="1"/>
              <a:t>Rigister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調整好後建置專案即可拿到</a:t>
            </a:r>
            <a:r>
              <a:rPr lang="en-US" altLang="zh-TW" dirty="0" err="1"/>
              <a:t>msi</a:t>
            </a:r>
            <a:r>
              <a:rPr lang="zh-TW" altLang="en-US" dirty="0"/>
              <a:t>檔案可進行安裝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E03A059-052D-A168-805C-A4A174E8B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383" y="3305492"/>
            <a:ext cx="5953956" cy="261021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48FC307-877F-31F6-E3C4-BD2543EB4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53289"/>
            <a:ext cx="2924583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910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1A0742-ECED-F568-4300-69E7809C4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注意事項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83C6B1-8DF2-0635-CF16-379345577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1.</a:t>
            </a:r>
            <a:r>
              <a:rPr lang="zh-TW" altLang="en-US" dirty="0"/>
              <a:t>建置時都使用</a:t>
            </a:r>
            <a:r>
              <a:rPr lang="en-US" altLang="zh-TW" dirty="0"/>
              <a:t>Release</a:t>
            </a:r>
            <a:r>
              <a:rPr lang="zh-TW" altLang="en-US" dirty="0"/>
              <a:t>版本建置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2.</a:t>
            </a:r>
            <a:r>
              <a:rPr lang="zh-TW" altLang="en-US" dirty="0"/>
              <a:t>使用虛擬環境</a:t>
            </a:r>
            <a:r>
              <a:rPr lang="en-US" altLang="zh-TW" dirty="0"/>
              <a:t>(</a:t>
            </a:r>
            <a:r>
              <a:rPr lang="en-US" altLang="zh-TW" dirty="0" err="1"/>
              <a:t>vmware</a:t>
            </a:r>
            <a:r>
              <a:rPr lang="zh-TW" altLang="en-US" dirty="0"/>
              <a:t>或其他</a:t>
            </a:r>
            <a:r>
              <a:rPr lang="en-US" altLang="zh-TW" dirty="0"/>
              <a:t>)</a:t>
            </a:r>
            <a:r>
              <a:rPr lang="zh-TW" altLang="en-US" dirty="0"/>
              <a:t>，因為會修改電腦註冊碼，若程式有寫錯有可能導致輸入法壞掉，因此使用虛擬環境測試較為合適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/>
              <a:t>3.</a:t>
            </a:r>
            <a:r>
              <a:rPr lang="zh-TW" altLang="en-US" dirty="0"/>
              <a:t>若要修改或是新增功能，先尋找此功能的</a:t>
            </a:r>
            <a:r>
              <a:rPr lang="en-US" altLang="zh-TW" dirty="0"/>
              <a:t>function</a:t>
            </a:r>
            <a:r>
              <a:rPr lang="zh-TW" altLang="en-US" dirty="0"/>
              <a:t>，比如說候選列表相關功能，</a:t>
            </a:r>
            <a:r>
              <a:rPr lang="en-US" altLang="zh-TW" dirty="0"/>
              <a:t>function</a:t>
            </a:r>
            <a:r>
              <a:rPr lang="zh-TW" altLang="en-US" dirty="0"/>
              <a:t>名稱可能為</a:t>
            </a:r>
            <a:r>
              <a:rPr lang="en-US" altLang="zh-TW" dirty="0"/>
              <a:t>candidate</a:t>
            </a:r>
            <a:r>
              <a:rPr lang="zh-TW" altLang="en-US" dirty="0"/>
              <a:t>相關，找到後再看此</a:t>
            </a:r>
            <a:r>
              <a:rPr lang="en-US" altLang="zh-TW" dirty="0"/>
              <a:t>function</a:t>
            </a:r>
            <a:r>
              <a:rPr lang="zh-TW" altLang="en-US" dirty="0"/>
              <a:t>如何執行和是否會呼叫其他</a:t>
            </a:r>
            <a:r>
              <a:rPr lang="en-US" altLang="zh-TW" dirty="0"/>
              <a:t>function</a:t>
            </a:r>
            <a:r>
              <a:rPr lang="zh-TW" altLang="en-US" dirty="0"/>
              <a:t>，搞清楚後再修改程式碼。</a:t>
            </a:r>
          </a:p>
        </p:txBody>
      </p:sp>
    </p:spTree>
    <p:extLst>
      <p:ext uri="{BB962C8B-B14F-4D97-AF65-F5344CB8AC3E}">
        <p14:creationId xmlns:p14="http://schemas.microsoft.com/office/powerpoint/2010/main" val="1019096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D29F0C-32B4-BA9D-57D4-9ABA17F61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相關連結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27989D-535F-872C-EB32-10FD21FCE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逗逼輸入法製作</a:t>
            </a:r>
            <a:br>
              <a:rPr lang="en-US" altLang="zh-TW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altLang="zh-TW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https://yangyuan.github.io/post/2015-01-08-zh-meow-ime/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windows</a:t>
            </a:r>
            <a:r>
              <a:rPr lang="zh-TW" altLang="en-US" dirty="0"/>
              <a:t> </a:t>
            </a:r>
            <a:r>
              <a:rPr lang="en-US" altLang="zh-TW" dirty="0"/>
              <a:t>sample </a:t>
            </a:r>
            <a:r>
              <a:rPr lang="en-US" altLang="zh-TW" dirty="0" err="1"/>
              <a:t>ime</a:t>
            </a:r>
            <a:r>
              <a:rPr lang="en-US" altLang="zh-TW" dirty="0"/>
              <a:t> </a:t>
            </a:r>
            <a:r>
              <a:rPr lang="en-US" altLang="zh-TW" dirty="0" err="1"/>
              <a:t>github</a:t>
            </a:r>
            <a:br>
              <a:rPr lang="en-US" altLang="zh-TW" dirty="0"/>
            </a:br>
            <a:r>
              <a:rPr lang="en-US" altLang="zh-TW" dirty="0">
                <a:hlinkClick r:id="rId3"/>
              </a:rPr>
              <a:t>https://github.com/microsoft/Windows-classic-samples/tree/main/Samples/IME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微軟</a:t>
            </a:r>
            <a:r>
              <a:rPr lang="en-US" altLang="zh-TW" dirty="0" err="1"/>
              <a:t>tsf</a:t>
            </a:r>
            <a:r>
              <a:rPr lang="en-US" altLang="zh-TW" dirty="0"/>
              <a:t> </a:t>
            </a:r>
            <a:r>
              <a:rPr lang="en-US" altLang="zh-TW" dirty="0" err="1"/>
              <a:t>ime</a:t>
            </a:r>
            <a:r>
              <a:rPr lang="zh-TW" altLang="en-US" dirty="0"/>
              <a:t>要求</a:t>
            </a:r>
            <a:br>
              <a:rPr lang="en-US" altLang="zh-TW"/>
            </a:br>
            <a:r>
              <a:rPr lang="en-US" altLang="zh-TW"/>
              <a:t>https://learn.microsoft.com/zh-tw/windows/apps/design/input/input-method-editor-requirements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4201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537</Words>
  <Application>Microsoft Office PowerPoint</Application>
  <PresentationFormat>寬螢幕</PresentationFormat>
  <Paragraphs>48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佈景主題</vt:lpstr>
      <vt:lpstr>Windows輸入法</vt:lpstr>
      <vt:lpstr>下載專案</vt:lpstr>
      <vt:lpstr>建置專案</vt:lpstr>
      <vt:lpstr>建置專案</vt:lpstr>
      <vt:lpstr>建置專案(特定一族)</vt:lpstr>
      <vt:lpstr>測試方式</vt:lpstr>
      <vt:lpstr>測試方式</vt:lpstr>
      <vt:lpstr>建置專案(一次建立42族)</vt:lpstr>
      <vt:lpstr>建置專案(一次建立42族)</vt:lpstr>
      <vt:lpstr>建置專案(一次建立42族)</vt:lpstr>
      <vt:lpstr>注意事項</vt:lpstr>
      <vt:lpstr>相關連結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信億 何</dc:creator>
  <cp:lastModifiedBy>信億 何</cp:lastModifiedBy>
  <cp:revision>12</cp:revision>
  <dcterms:created xsi:type="dcterms:W3CDTF">2024-10-10T07:51:59Z</dcterms:created>
  <dcterms:modified xsi:type="dcterms:W3CDTF">2024-10-10T12:42:58Z</dcterms:modified>
</cp:coreProperties>
</file>